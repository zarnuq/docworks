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/>
</file>

<file path=ppt/diagrams/data1.xml><?xml version="1.0" encoding="utf-8"?>
<dgm:dataModel xmlns:dgm="http://schemas.openxmlformats.org/drawingml/2006/diagram" xmlns:a="http://schemas.openxmlformats.org/drawingml/2006/main">
  <dgm:ptLst/>
  <dgm:extLst>
    <a:ext uri="http://schemas.microsoft.com/office/drawing/2008/diagram">
      <dsp:dataModelExt xmlns:dsp="http://schemas.microsoft.com/office/drawing/2008/diagram" relId="rId94" minVer="http://schemas.openxmlformats.org/drawingml/2006/diagram"/>
    </a:ext>
  </dgm:extLst>
</dgm:dataModel>
</file>

<file path=ppt/diagrams/drawing1.xml><?xml version="1.0" encoding="utf-8"?>
<dsp:drawing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}">
      <dsp:nvSpPr>
        <dsp:cNvPr id="0" name=""/>
        <dsp:cNvSpPr/>
      </dsp:nvSpPr>
      <dsp:spPr>
        <a:xfrm>
          <a:off x="10000" y="20000"/>
          <a:ext cx="1000000" cy="400000"/>
        </a:xfrm>
        <a:prstGeom prst="chevron">
          <a:avLst>
            <a:gd name="adj" fmla="val 30000"/>
          </a:avLst>
        </a:prstGeom>
        <a:solidFill>
          <a:schemeClr val="accent2"/>
        </a:solidFill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en-US" sz="2800" b="1"/>
            <a:t>Step</a:t>
          </a:r>
        </a:p>
      </dsp:txBody>
      <dsp:txXfrm>
        <a:off x="130000" y="20000"/>
        <a:ext cx="760000" cy="400000"/>
      </dsp:txXfrm>
    </dsp:sp>
    <dsp:sp modelId="{2}">
      <dsp:nvSpPr>
        <dsp:cNvPr id="0" name=""/>
        <dsp:cNvSpPr/>
      </dsp:nvSpPr>
      <dsp:spPr>
        <a:xfrm>
          <a:off x="10000" y="420000"/>
          <a:ext cx="900000" cy="800000"/>
        </a:xfrm>
        <a:prstGeom prst="rect">
          <a:avLst/>
        </a:prstGeom>
        <a:solidFill>
          <a:schemeClr val="accent2">
            <a:tint val="40000"/>
            <a:alpha val="90000"/>
          </a:schemeClr>
        </a:solidFill>
      </dsp:spPr>
    </dsp:sp>
  </dsp:spTree>
</dsp:drawing>
</file>

<file path=ppt/diagrams/layout1.xml><?xml version="1.0" encoding="utf-8"?>
<dgm:layoutDef xmlns:dgm="http://schemas.openxmlformats.org/drawingml/2006/diagram"/>
</file>

<file path=ppt/diagrams/quickStyle1.xml><?xml version="1.0" encoding="utf-8"?>
<dgm:styleDef xmlns:dgm="http://schemas.openxmlformats.org/drawingml/2006/diagram"/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90" Type="http://schemas.openxmlformats.org/officeDocument/2006/relationships/diagramData" Target="../diagrams/data1.xml"/><Relationship Id="rId91" Type="http://schemas.openxmlformats.org/officeDocument/2006/relationships/diagramLayout" Target="../diagrams/layout1.xml"/><Relationship Id="rId92" Type="http://schemas.openxmlformats.org/officeDocument/2006/relationships/diagramQuickStyle" Target="../diagrams/quickStyle1.xml"/><Relationship Id="rId93" Type="http://schemas.openxmlformats.org/officeDocument/2006/relationships/diagramColors" Target="../diagrams/colors1.xml"/><Relationship Id="rId94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</a:t>
            </a:r>
          </a:p>
          <a:p>
            <a:pPr lvl="1"/>
            <a:r>
              <a:rPr b="1" sz="2000">
                <a:solidFill>
                  <a:srgbClr val="FF0000"/>
                </a:solidFill>
              </a:rPr>
              <a:t>Bold red</a:t>
            </a:r>
            <a:r>
              <a:rPr i="1"/>
              <a:t> italic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Box 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914400"/>
            <a:ext cx="1828800" cy="914400"/>
          </a:xfrm>
          <a:prstGeom prst="rect">
            <a:avLst/>
          </a:prstGeom>
          <a:solidFill>
            <a:srgbClr val="00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Green</a:t>
            </a:r>
          </a:p>
        </p:txBody>
      </p:sp>
      <p:sp>
        <p:nvSpPr>
          <p:cNvPr id="4" name="Oval 3"/>
          <p:cNvSpPr/>
          <p:nvPr/>
        </p:nvSpPr>
        <p:spPr>
          <a:xfrm>
            <a:off x="4572000" y="2743200"/>
            <a:ext cx="9144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914400" cy="9144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45720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B2</a:t>
                      </a: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6400800" y="4572000"/>
            <a:ext cx="1828800" cy="914400"/>
            <a:chOff x="6400800" y="4572000"/>
            <a:chExt cx="1828800" cy="914400"/>
          </a:xfrm>
        </p:grpSpPr>
        <p:sp>
          <p:nvSpPr>
            <p:cNvPr id="8" name="TextBox 7"/>
            <p:cNvSpPr txBox="1"/>
            <p:nvPr/>
          </p:nvSpPr>
          <p:spPr>
            <a:xfrm>
              <a:off x="6400800" y="4572000"/>
              <a:ext cx="18288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Grouped</a:t>
              </a:r>
            </a:p>
          </p:txBody>
        </p:sp>
      </p:grpSp>
      <p:sp>
        <p:nvSpPr>
          <p:cNvPr id="9" name="Freeform"/>
          <p:cNvSpPr/>
          <p:nvPr/>
        </p:nvSpPr>
        <p:spPr>
          <a:xfrm>
            <a:off x="6400800" y="9144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0"/>
                </a:move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Line"/>
          <p:cNvCxnSpPr/>
          <p:nvPr/>
        </p:nvCxnSpPr>
        <p:spPr>
          <a:xfrm flipH="1">
            <a:off x="6400800" y="2743200"/>
            <a:ext cx="91440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Gradient"/>
          <p:cNvSpPr/>
          <p:nvPr/>
        </p:nvSpPr>
        <p:spPr>
          <a:xfrm>
            <a:off x="0" y="5486400"/>
            <a:ext cx="1828800" cy="914400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rgbClr val="0000FF">
                  <a:alpha val="50000"/>
                </a:srgbClr>
              </a:gs>
            </a:gsLst>
            <a:lin scaled="0" ang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useBgFill="1">
        <p:nvSpPr>
          <p:cNvPr id="12" name="BgFill"/>
          <p:cNvSpPr/>
          <p:nvPr/>
        </p:nvSpPr>
        <p:spPr>
          <a:xfrm>
            <a:off x="0" y="0"/>
            <a:ext cx="9144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ippedGradient"/>
          <p:cNvSpPr/>
          <p:nvPr/>
        </p:nvSpPr>
        <p:spPr>
          <a:xfrm flipH="1">
            <a:off x="2743200" y="5486400"/>
            <a:ext cx="1828800" cy="9144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FFFFFF"/>
              </a:gs>
            </a:gsLst>
            <a:lin scaled="0" ang="30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uidedFreeform"/>
          <p:cNvSpPr/>
          <p:nvPr/>
        </p:nvSpPr>
        <p:spPr>
          <a:xfrm>
            <a:off x="4572000" y="4572000"/>
            <a:ext cx="914400" cy="914400"/>
          </a:xfrm>
          <a:custGeom>
            <a:avLst/>
            <a:gdLst>
              <a:gd name="gx" fmla="*/ 1 w 2"/>
              <a:gd name="gy" fmla="+- h 0 0"/>
            </a:gdLst>
            <a:ahLst/>
            <a:cxnLst/>
            <a:rect l="l" t="t" r="r" b="b"/>
            <a:pathLst>
              <a:path w="914400" h="914400">
                <a:moveTo>
                  <a:pt x="0" y="0"/>
                </a:moveTo>
                <a:lnTo>
                  <a:pt x="gx" y="gy"/>
                </a:lnTo>
                <a:lnTo>
                  <a:pt x="0" y="914400"/>
                </a:ln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0" name="Diagram"/>
          <p:cNvGraphicFramePr/>
          <p:nvPr/>
        </p:nvGraphicFramePr>
        <p:xfrm>
          <a:off x="1000000" y="2000000"/>
          <a:ext cx="4000000" cy="200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0" r:lo="rId91" r:qs="rId92" r:cs="rId9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